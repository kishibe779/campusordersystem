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641fc7d9e84ac0" /><Relationship Type="http://schemas.openxmlformats.org/officeDocument/2006/relationships/extended-properties" Target="/docProps/app.xml" Id="Rc26be145d70d45d4" /><Relationship Type="http://schemas.openxmlformats.org/officeDocument/2006/relationships/officeDocument" Target="/ppt/presentation.xml" Id="Rf9faae7516f548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0659724604ae3"/>
  </p:sldMasterIdLst>
  <p:notesMasterIdLst>
    <p:notesMasterId xmlns:r="http://schemas.openxmlformats.org/officeDocument/2006/relationships" r:id="R8cb0919b39054cf4"/>
  </p:notesMasterIdLst>
  <p:sldIdLst>
    <p:sldId xmlns:r="http://schemas.openxmlformats.org/officeDocument/2006/relationships" id="256" r:id="R5334cc28e06b4f91"/>
    <p:sldId xmlns:r="http://schemas.openxmlformats.org/officeDocument/2006/relationships" id="257" r:id="R5527678dcd6a4f7a"/>
    <p:sldId xmlns:r="http://schemas.openxmlformats.org/officeDocument/2006/relationships" id="258" r:id="Re030ec75c4cf4b5c"/>
    <p:sldId xmlns:r="http://schemas.openxmlformats.org/officeDocument/2006/relationships" id="259" r:id="R636e3313c1834140"/>
    <p:sldId xmlns:r="http://schemas.openxmlformats.org/officeDocument/2006/relationships" id="260" r:id="Rfd3ee38dee5247ac"/>
    <p:sldId xmlns:r="http://schemas.openxmlformats.org/officeDocument/2006/relationships" id="261" r:id="R08b84c08f1944f3b"/>
    <p:sldId xmlns:r="http://schemas.openxmlformats.org/officeDocument/2006/relationships" id="262" r:id="Rcb824bcd9f314dde"/>
    <p:sldId xmlns:r="http://schemas.openxmlformats.org/officeDocument/2006/relationships" id="263" r:id="R0d3546ce208446cd"/>
    <p:sldId xmlns:r="http://schemas.openxmlformats.org/officeDocument/2006/relationships" id="264" r:id="R2d475af54ee84de9"/>
    <p:sldId xmlns:r="http://schemas.openxmlformats.org/officeDocument/2006/relationships" id="265" r:id="Raa67c40f56594f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ae9c78d2464f80" /><Relationship Type="http://schemas.openxmlformats.org/officeDocument/2006/relationships/slideMaster" Target="/ppt/slideMasters/slideMaster1.xml" Id="R5cd0659724604ae3" /><Relationship Type="http://schemas.openxmlformats.org/officeDocument/2006/relationships/notesMaster" Target="/ppt/notesMasters/notesMaster1.xml" Id="R8cb0919b39054cf4" /><Relationship Type="http://schemas.openxmlformats.org/officeDocument/2006/relationships/presProps" Target="/ppt/presProps.xml" Id="Reb968734ab904129" /><Relationship Type="http://schemas.openxmlformats.org/officeDocument/2006/relationships/tableStyles" Target="/ppt/tableStyles.xml" Id="Ra816823f734f4792" /><Relationship Type="http://schemas.openxmlformats.org/officeDocument/2006/relationships/slide" Target="/ppt/slides/slide1.xml" Id="R5334cc28e06b4f91" /><Relationship Type="http://schemas.openxmlformats.org/officeDocument/2006/relationships/slide" Target="/ppt/slides/slide2.xml" Id="R5527678dcd6a4f7a" /><Relationship Type="http://schemas.openxmlformats.org/officeDocument/2006/relationships/slide" Target="/ppt/slides/slide3.xml" Id="Re030ec75c4cf4b5c" /><Relationship Type="http://schemas.openxmlformats.org/officeDocument/2006/relationships/slide" Target="/ppt/slides/slide4.xml" Id="R636e3313c1834140" /><Relationship Type="http://schemas.openxmlformats.org/officeDocument/2006/relationships/slide" Target="/ppt/slides/slide5.xml" Id="Rfd3ee38dee5247ac" /><Relationship Type="http://schemas.openxmlformats.org/officeDocument/2006/relationships/slide" Target="/ppt/slides/slide6.xml" Id="R08b84c08f1944f3b" /><Relationship Type="http://schemas.openxmlformats.org/officeDocument/2006/relationships/slide" Target="/ppt/slides/slide7.xml" Id="Rcb824bcd9f314dde" /><Relationship Type="http://schemas.openxmlformats.org/officeDocument/2006/relationships/slide" Target="/ppt/slides/slide8.xml" Id="R0d3546ce208446cd" /><Relationship Type="http://schemas.openxmlformats.org/officeDocument/2006/relationships/slide" Target="/ppt/slides/slide9.xml" Id="R2d475af54ee84de9" /><Relationship Type="http://schemas.openxmlformats.org/officeDocument/2006/relationships/slide" Target="/ppt/slides/slide10.xml" Id="Raa67c40f56594f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8f1ed4da345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5ca424f714c99" /><Relationship Type="http://schemas.openxmlformats.org/officeDocument/2006/relationships/notesMaster" Target="/ppt/notesMasters/notesMaster1.xml" Id="R4059dba032124d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80e74758d844b6" /><Relationship Type="http://schemas.openxmlformats.org/officeDocument/2006/relationships/notesMaster" Target="/ppt/notesMasters/notesMaster1.xml" Id="Rd011bb2e52da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f6effc8c9a49b9" /><Relationship Type="http://schemas.openxmlformats.org/officeDocument/2006/relationships/notesMaster" Target="/ppt/notesMasters/notesMaster1.xml" Id="Ra061165b3320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30378b536b4401" /><Relationship Type="http://schemas.openxmlformats.org/officeDocument/2006/relationships/notesMaster" Target="/ppt/notesMasters/notesMaster1.xml" Id="Rd97821737d96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968cd56b494506" /><Relationship Type="http://schemas.openxmlformats.org/officeDocument/2006/relationships/notesMaster" Target="/ppt/notesMasters/notesMaster1.xml" Id="R0c64fb423a3c4a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7e57193db34ab6" /><Relationship Type="http://schemas.openxmlformats.org/officeDocument/2006/relationships/notesMaster" Target="/ppt/notesMasters/notesMaster1.xml" Id="R3f08d66d92b4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5cd781be4f474c" /><Relationship Type="http://schemas.openxmlformats.org/officeDocument/2006/relationships/notesMaster" Target="/ppt/notesMasters/notesMaster1.xml" Id="R4507eebd16c541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4a415bc7a24315" /><Relationship Type="http://schemas.openxmlformats.org/officeDocument/2006/relationships/notesMaster" Target="/ppt/notesMasters/notesMaster1.xml" Id="R4af89f434ae0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a048ac9f1d4c92" /><Relationship Type="http://schemas.openxmlformats.org/officeDocument/2006/relationships/notesMaster" Target="/ppt/notesMasters/notesMaster1.xml" Id="R7552aae50e0b46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0b3a98bc048ca" /><Relationship Type="http://schemas.openxmlformats.org/officeDocument/2006/relationships/notesMaster" Target="/ppt/notesMasters/notesMaster1.xml" Id="Rc2341ac316a24c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fce332e63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60694f38645dd" /><Relationship Type="http://schemas.openxmlformats.org/officeDocument/2006/relationships/slideLayout" Target="/ppt/slideLayouts/slideLayout1.xml" Id="R439177752c04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177752c04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4ae2e584f438d" /><Relationship Type="http://schemas.openxmlformats.org/officeDocument/2006/relationships/notesSlide" Target="/ppt/notesSlides/notesSlide1.xml" Id="R739cec116400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6ff952b5d488f" /><Relationship Type="http://schemas.openxmlformats.org/officeDocument/2006/relationships/notesSlide" Target="/ppt/notesSlides/notesSlide2.xml" Id="R2d35592bfaa7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7c7734156425f" /><Relationship Type="http://schemas.openxmlformats.org/officeDocument/2006/relationships/notesSlide" Target="/ppt/notesSlides/notesSlide3.xml" Id="Ra68169c81523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3184028404dc3" /><Relationship Type="http://schemas.openxmlformats.org/officeDocument/2006/relationships/notesSlide" Target="/ppt/notesSlides/notesSlide4.xml" Id="R5e8317ffc9d4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d7c5992a2496b" /><Relationship Type="http://schemas.openxmlformats.org/officeDocument/2006/relationships/notesSlide" Target="/ppt/notesSlides/notesSlide5.xml" Id="Rc0ac9db1d1d246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66960a664205" /><Relationship Type="http://schemas.openxmlformats.org/officeDocument/2006/relationships/notesSlide" Target="/ppt/notesSlides/notesSlide6.xml" Id="Red482b3d532b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5f77cbc224bce" /><Relationship Type="http://schemas.openxmlformats.org/officeDocument/2006/relationships/notesSlide" Target="/ppt/notesSlides/notesSlide7.xml" Id="R5f4753a4e3784e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b1307d137440c" /><Relationship Type="http://schemas.openxmlformats.org/officeDocument/2006/relationships/notesSlide" Target="/ppt/notesSlides/notesSlide8.xml" Id="Re038f88f75a0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b3d3b9ea44dcd" /><Relationship Type="http://schemas.openxmlformats.org/officeDocument/2006/relationships/notesSlide" Target="/ppt/notesSlides/notesSlide9.xml" Id="R148f2aa714eb4d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382bd4d74563" /><Relationship Type="http://schemas.openxmlformats.org/officeDocument/2006/relationships/notesSlide" Target="/ppt/notesSlides/notesSlide10.xml" Id="R0fea9a6a09d441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8EB97-A997-4202-83AF-7274CF16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校园点餐系统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35AFC-5389-4314-95DC-8133A64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微信小程序开发实践 · A路线云开发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09164-1F55-434F-B9BA-D16964C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3950"/>
            <a:ext cx="30099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1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F264C-9D96-48D1-8907-779B9F59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095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点餐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预约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核销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统计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3AC81-7904-490D-BED2-ADDF66C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第X组 · 组员姓名 · 2026年6月</a:t>
            </a:r>
          </a:p>
        </p:txBody>
      </p:sp>
    </p:spTree>
    <p:extLst>
      <p:ext uri="{BB962C8B-B14F-4D97-AF65-F5344CB8AC3E}">
        <p14:creationId xmlns:p14="http://schemas.microsoft.com/office/powerpoint/2010/main" val="2002522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F1290-4224-4235-B0B5-45A2B5A4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项目概述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31AA1-6CB5-461B-B8C4-A4429A0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B6CAF-7FFC-4D31-AE2F-588F4CB6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77D19-9630-4B71-87D5-667A7A5C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为学生、教师、团餐组织方和食堂管理员服务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C010-21EF-4017-AA97-3153876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减少排队等待，提前组织备餐，避免错领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66936-29D9-490E-844B-47216596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覆盖即时点餐、预约、配送、团餐、后台核销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4D425-2649-4E5E-9226-4C81FAA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32B9C-2B8F-4CEE-A5BE-1E768BB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做什么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为谁做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怎么验收</a:t>
            </a:r>
          </a:p>
        </p:txBody>
      </p:sp>
    </p:spTree>
    <p:extLst>
      <p:ext uri="{BB962C8B-B14F-4D97-AF65-F5344CB8AC3E}">
        <p14:creationId xmlns:p14="http://schemas.microsoft.com/office/powerpoint/2010/main" val="1378820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79392-2FC0-44F9-85AE-EE86B6F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62CBB-48BB-4031-B94B-DA22B10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587A-FE11-47DF-934A-331D617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70489-B369-4C56-AC41-9EC2E61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选择A路线：微信原生小程序 + 微信云开发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61B8D-BC86-4AEE-B7A9-3B6671F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前端：WXML/WXSS/JS/JSON 页面与状态管理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12837-C2F0-4472-93B0-0D6224BA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后端：云函数处理登录、下单、核销、状态更新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440DD-DD9C-49B1-8518-2A343DB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数据：云数据库集合 users/dishes/orders/pickup_codes/reviews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86BCA-0806-43EE-BC1C-4F1E8D1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F72FD-0AD5-4397-A652-6558D6A4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小程序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云函数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云数据库</a:t>
            </a:r>
          </a:p>
        </p:txBody>
      </p:sp>
    </p:spTree>
    <p:extLst>
      <p:ext uri="{BB962C8B-B14F-4D97-AF65-F5344CB8AC3E}">
        <p14:creationId xmlns:p14="http://schemas.microsoft.com/office/powerpoint/2010/main" val="1437368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42222-359C-4335-8E98-5B3089AF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需求分析摘要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E5A5E-1D2B-4A00-95BC-03D7BC66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BB0F0-F0E8-442A-8E2C-3C5E0687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B99E1-8C91-4E9E-8327-15B554E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D2B0E-C0FC-4539-A33F-5408D58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7F758-5EAC-4FC0-8656-918221B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核心角色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7A02F-A7E3-4B3B-80C3-571280B4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7E1BE-2BD9-459D-9F5A-F0689643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145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7189C-392A-4CC7-8FEB-31AABD8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基础用户故事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08EB0-1685-4DCC-A488-1232ABC2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D42DC-D2D8-4344-83DB-7825152B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E0988-F988-4D7E-A12E-D1CE992F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云函数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824EF-C3F3-45B8-8F08-16981BE4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209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E6B38-242D-422E-8228-40D01545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83ECC-2CCF-48DB-83A2-23DA56A5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小程序页面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4230E-3172-4893-BCE9-BE1F476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学生即时点餐：浏览、购物车、支付、凭码取餐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B472C-06D7-4CF4-BB4D-ED9E1AB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预约与配送：自取/送餐、时间与地址、确认收货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CD621-D51F-48A6-AA4A-A6499FC2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团餐预订：人数、时间、套餐、特殊要求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ADAC6-4096-4EC0-9A8C-92AD33E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食堂管理：订单处理、核销、库存与统计</a:t>
            </a:r>
          </a:p>
        </p:txBody>
      </p:sp>
    </p:spTree>
    <p:extLst>
      <p:ext uri="{BB962C8B-B14F-4D97-AF65-F5344CB8AC3E}">
        <p14:creationId xmlns:p14="http://schemas.microsoft.com/office/powerpoint/2010/main" val="7367424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5FD090-1633-4D60-8912-E710065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核心功能演示路径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4CAC-1415-48FC-90BF-DCC1107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B76BE-EA0A-48C9-B3BD-76F107EB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171B-008E-4C09-B62E-1351BED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6DAD5-B206-417B-B6ED-9C3A9E3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登录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CB971-F9BC-4D35-B938-A21E943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1DD98-2951-46E1-85CF-8A2DEF5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5C605-30D5-4A30-B0BA-83D6073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选餐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7D2C7-92CB-424A-AC78-6271382E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1FFA-1467-41D0-ACF3-A2211073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0EAC7-5DAA-424C-8EE7-82C22338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购物车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89CA6-89FD-445C-AE55-B6C42A91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D2567-27AB-4EE9-BCB5-D371547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3368F-B894-4111-8356-09DB6FC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提交订单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909EC-5DB3-44FD-AC14-7765A17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325D6-6214-48D1-9931-098B570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367BB-A3E0-48B8-B4DB-9E74A0F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取餐码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F78D0-17D5-41F2-BF0F-285E284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7BAAF-ACD2-48E0-8E96-D78D35B9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07BA2-1DDE-4987-BB24-1B06EAA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管理员核销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B2876-0B74-417B-9DE5-43D583C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6D698-F924-420D-BAB3-26AAC839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669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FA046-A2B0-488F-8B89-910274F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完成/评价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6823C-62AB-408E-8332-7C49AEC1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演示时从首页加购番茄炒蛋套餐，提交自取订单后展示6位取餐码，再切换管理端输入取餐码完成核销。</a:t>
            </a:r>
          </a:p>
        </p:txBody>
      </p:sp>
    </p:spTree>
    <p:extLst>
      <p:ext uri="{BB962C8B-B14F-4D97-AF65-F5344CB8AC3E}">
        <p14:creationId xmlns:p14="http://schemas.microsoft.com/office/powerpoint/2010/main" val="2064227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AAA60-63E7-4182-B68D-9C56C142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核心设计决策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15F7-8735-4FB3-B6F8-0FE1CCAF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865C1-45C9-4263-93A7-385DFB5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EC895-C127-4007-B9EB-9194469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取餐凭证采用6位数字，演示稳定、核销快速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1D66C-F7AB-47B8-B4B2-4D4C405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订单状态机限制非法回退，覆盖自取和配送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42F6-F084-4046-A801-8F10FBB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API facade支持云函数与本地seed兜底，便于课堂检查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13043-A27D-4E38-A142-08E436C1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7AA68-DA79-44E8-AAF5-F3305AA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凭证唯一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状态可控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演示可靠</a:t>
            </a:r>
          </a:p>
        </p:txBody>
      </p:sp>
    </p:spTree>
    <p:extLst>
      <p:ext uri="{BB962C8B-B14F-4D97-AF65-F5344CB8AC3E}">
        <p14:creationId xmlns:p14="http://schemas.microsoft.com/office/powerpoint/2010/main" val="592012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558AA-0EAC-4533-82AF-87916557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亮点与创新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9F88C-71A6-4302-9B64-5131201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428E-FB3A-4192-8326-658FE48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152F5-D589-4326-8381-6EB9769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电子小票：订单详情生成可复制小票文本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477F0-E86F-4F60-8354-F3947799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营养提示：菜品详情展示热量和蛋白质等信息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D0168-78D8-477E-BDC6-BAB045C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团餐预订：支持人数、套餐、时间和特殊要求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E80C8-C04B-4D1D-BAFD-F609CF8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管理统计：订单数、销售额、取餐状态概览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34F72-7A95-4932-B12D-CE2CDD6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8868A-99E6-4434-ADE2-D19792B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创新来自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真实业务痛点</a:t>
            </a:r>
          </a:p>
        </p:txBody>
      </p:sp>
    </p:spTree>
    <p:extLst>
      <p:ext uri="{BB962C8B-B14F-4D97-AF65-F5344CB8AC3E}">
        <p14:creationId xmlns:p14="http://schemas.microsoft.com/office/powerpoint/2010/main" val="1793057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5FE52-34C5-444B-BDD2-38FFC56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难点与解决方案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83B2A-C949-49A7-A8E6-426A54D8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BD7F-8827-4E4A-A3C6-939811F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5DDBA-738D-440E-9FD9-006FC68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WXML不适合复杂JS表达式：改为API层预计算字段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B140E-63EB-47AA-984F-3519026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团餐不是普通库存菜品：按套餐人数独立处理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E0104-04D2-4940-A2DA-F869C41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库存与订单一致性：云函数中使用事务扣减库存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0D239-96C4-4F52-A019-BFBE291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状态流转易混乱：抽出canTransition集中约束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42C74-4793-4DAE-83B2-531E4FE9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DAF0F-D138-4438-B8A4-9F972512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问题定位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规则前置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测试兜底</a:t>
            </a:r>
          </a:p>
        </p:txBody>
      </p:sp>
    </p:spTree>
    <p:extLst>
      <p:ext uri="{BB962C8B-B14F-4D97-AF65-F5344CB8AC3E}">
        <p14:creationId xmlns:p14="http://schemas.microsoft.com/office/powerpoint/2010/main" val="1794507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4239F-020E-4778-BC2F-80666303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Git提交记录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EB826-F3D7-4872-8B21-FAF1B4A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06574-E1D5-4398-AB9A-14FFCC3E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F98A-8579-4B9E-8087-27B9A20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提交信息使用 feat/fix/docs/test 类型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1EA50-CB0A-4501-B238-2321B422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建议展示 git log --oneline --graph 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1FFCD-957F-4DB0-B68E-D253FBFD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核心提交：业务逻辑、页面、云函数、文档、测试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474D8-F8E1-4BB5-8AAE-6DDAF4F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每位成员按Day1-Day4保持有效提交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025C-463F-461A-BA00-909B6D14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C7FEC-DCA7-417A-A66F-425499A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feat: 添加取餐码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fix: 修复团餐提交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docs: 完成交付文档</a:t>
            </a:r>
          </a:p>
        </p:txBody>
      </p:sp>
    </p:spTree>
    <p:extLst>
      <p:ext uri="{BB962C8B-B14F-4D97-AF65-F5344CB8AC3E}">
        <p14:creationId xmlns:p14="http://schemas.microsoft.com/office/powerpoint/2010/main" val="1847073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5E2DF-BECC-46B6-A98C-5197F31A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总结与分工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6580B-CEB7-40B2-8EB9-2DE1ACE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72DDD-D440-46E8-A040-66299F9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27F10-2B20-4032-B7D5-4F0FE6A3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前端：页面、交互、样式、演示流程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635F5-D3B9-49B3-BE27-1C02608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后端：云函数、数据库集合、状态流转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130D2-37E7-4DBE-ABE9-91C2EC12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测试与文档：用例、Bug记录、AI记录、报告、PPT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6B9E4-C54D-46AD-8B34-F81EA41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改进方向：真实支付、订阅消息、云存储图片、并发压测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4DEC9-4C62-44D4-821D-C3CFEF7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E43B8-7AA6-4FBC-8C6E-6A54CBCF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40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能运行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能解释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能验收</a:t>
            </a:r>
          </a:p>
        </p:txBody>
      </p:sp>
    </p:spTree>
    <p:extLst>
      <p:ext uri="{BB962C8B-B14F-4D97-AF65-F5344CB8AC3E}">
        <p14:creationId xmlns:p14="http://schemas.microsoft.com/office/powerpoint/2010/main" val="1702403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2026-06-27T08:37:31.9230000Z</dcterms:created>
  <dcterms:modified xsi:type="dcterms:W3CDTF">2026-06-27T08:37:31.9230000Z</dcterms:modified>
</coreProperties>
</file>